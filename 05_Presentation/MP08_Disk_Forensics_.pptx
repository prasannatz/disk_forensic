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-1186" y="-47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9213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</a:rPr>
              <a:t>Micro Project 08 | Disk Forensics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</a:rPr>
              <a:t>1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</a:rPr>
              <a:t>FORENSIC DISK IMAGING &amp; EVIDENCE ANALYSIS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9601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MICRO PROJECT 08: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DISK FORENSICS</a:t>
            </a:r>
            <a:endParaRPr lang="en-US" sz="40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2377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</a:rPr>
              <a:t>Forensic Disk Imaging Using FTK Imager and Evidence Analysis Using Autopsy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48640" y="2971799"/>
            <a:ext cx="8046720" cy="1600197"/>
          </a:xfrm>
          <a:prstGeom prst="rect">
            <a:avLst/>
          </a:prstGeom>
          <a:solidFill>
            <a:srgbClr val="11233F"/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1520" y="32004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2D3EE"/>
                </a:solidFill>
              </a:rPr>
              <a:t>Presented by: </a:t>
            </a:r>
            <a:r>
              <a:rPr lang="en-US" sz="1300" b="1" dirty="0">
                <a:solidFill>
                  <a:srgbClr val="FFFFFF"/>
                </a:solidFill>
              </a:rPr>
              <a:t>NISSY PRAGNA - URK25DS3055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	  PRASANNA TUDU - URK25DS3056</a:t>
            </a:r>
            <a:br>
              <a:rPr lang="en-US" sz="1300" b="1" dirty="0">
                <a:solidFill>
                  <a:srgbClr val="FFFFFF"/>
                </a:solidFill>
              </a:rPr>
            </a:br>
            <a:r>
              <a:rPr lang="en-US" sz="1300" b="1" dirty="0">
                <a:solidFill>
                  <a:srgbClr val="FFFFFF"/>
                </a:solidFill>
              </a:rPr>
              <a:t>	  CHRISTEENA BIJU – URK25DS3022</a:t>
            </a:r>
            <a:br>
              <a:rPr lang="en-US" sz="1300" b="1" dirty="0">
                <a:solidFill>
                  <a:srgbClr val="FFFFFF"/>
                </a:solidFill>
              </a:rPr>
            </a:br>
            <a:r>
              <a:rPr lang="en-US" sz="1300" b="1" dirty="0">
                <a:solidFill>
                  <a:srgbClr val="FFFFFF"/>
                </a:solidFill>
              </a:rPr>
              <a:t>	  RAJESWARI R – URK25DS3006</a:t>
            </a:r>
            <a:br>
              <a:rPr lang="en-US" sz="1300" b="1" dirty="0">
                <a:solidFill>
                  <a:srgbClr val="FFFFFF"/>
                </a:solidFill>
              </a:rPr>
            </a:br>
            <a:r>
              <a:rPr lang="en-US" sz="1300" b="1" dirty="0">
                <a:solidFill>
                  <a:srgbClr val="FFFFFF"/>
                </a:solidFill>
              </a:rPr>
              <a:t>	  AKSHAYA MK – URK25DS3033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 smtClean="0">
                <a:solidFill>
                  <a:srgbClr val="22D3EE"/>
                </a:solidFill>
              </a:rPr>
              <a:t>Tools </a:t>
            </a:r>
            <a:r>
              <a:rPr lang="en-US" sz="1300" b="1" dirty="0">
                <a:solidFill>
                  <a:srgbClr val="22D3EE"/>
                </a:solidFill>
              </a:rPr>
              <a:t>Used: </a:t>
            </a:r>
            <a:r>
              <a:rPr lang="en-US" sz="1300" dirty="0">
                <a:solidFill>
                  <a:srgbClr val="FFFFFF"/>
                </a:solidFill>
              </a:rPr>
              <a:t>Exterro FTK Imager 8.3.0.27 and Autopsy 4.23.1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754880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4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4D 50 30 38  44 49 53 4B  46 4F 52 45  4E 53 49 43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Introduction to Disk Forensics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457200" y="841248"/>
            <a:ext cx="10972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</a:rPr>
              <a:t>Micro Project 08 | Disk Forensics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</a:rPr>
              <a:t>2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8"/>
                </a:solidFill>
              </a:rPr>
              <a:t>The process of acquiring, preserving and examining digital storage media to identify and document information relevant to an investigation.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1691640"/>
            <a:ext cx="1933956" cy="548640"/>
          </a:xfrm>
          <a:prstGeom prst="rect">
            <a:avLst/>
          </a:prstGeom>
          <a:solidFill>
            <a:srgbClr val="11233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7200" y="1691640"/>
            <a:ext cx="1933956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USB Drive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2391156" y="169164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</a:rPr>
              <a:t>›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555748" y="1691640"/>
            <a:ext cx="1933956" cy="548640"/>
          </a:xfrm>
          <a:prstGeom prst="rect">
            <a:avLst/>
          </a:prstGeom>
          <a:solidFill>
            <a:srgbClr val="11233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555748" y="1691640"/>
            <a:ext cx="1933956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Forensic Image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489704" y="169164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</a:rPr>
              <a:t>›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654296" y="1691640"/>
            <a:ext cx="1933956" cy="548640"/>
          </a:xfrm>
          <a:prstGeom prst="rect">
            <a:avLst/>
          </a:prstGeom>
          <a:solidFill>
            <a:srgbClr val="11233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654296" y="1691640"/>
            <a:ext cx="1933956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Evidence Analysis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588252" y="169164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</a:rPr>
              <a:t>›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752844" y="1691640"/>
            <a:ext cx="1933956" cy="548640"/>
          </a:xfrm>
          <a:prstGeom prst="rect">
            <a:avLst/>
          </a:prstGeom>
          <a:solidFill>
            <a:srgbClr val="11233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752844" y="1691640"/>
            <a:ext cx="1933956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Report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Forensic imaging: bit-for-bit copy of a storage device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Evidence preservation: protect the original source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File system analysis: files, folders, storage structures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Metadata analysis: timestamps and file properties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Integrity verification: cryptographic hashes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486400" y="2514600"/>
            <a:ext cx="3200400" cy="2103120"/>
          </a:xfrm>
          <a:prstGeom prst="rect">
            <a:avLst/>
          </a:prstGeom>
          <a:solidFill>
            <a:srgbClr val="11233F"/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62356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5623560" y="29718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Supports cybercrime investigations, incident response, data recovery and examination of potential digital evidence.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 Objectives and Scope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457200" y="841248"/>
            <a:ext cx="10972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</a:rPr>
              <a:t>Micro Project 08 | Disk Forensics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</a:rPr>
              <a:t>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1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00584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Create a forensic image of a USB device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63440" y="1097280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66344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2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521208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Verify the integrity of the image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1755648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7200" y="1755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3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1005840" y="17556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Import the image into Autopsy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663440" y="1755648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663440" y="1755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5212080" y="17556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Examine file types, metadata, deleted entries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57200" y="2414016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57200" y="2414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5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1005840" y="241401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Review automated results; document observations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663440" y="2414016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663440" y="2414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6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5212080" y="241401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Generate a forensic report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7200" y="3200400"/>
            <a:ext cx="4023360" cy="1417320"/>
          </a:xfrm>
          <a:prstGeom prst="rect">
            <a:avLst/>
          </a:prstGeom>
          <a:solidFill>
            <a:srgbClr val="11233F"/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94360" y="3291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Scope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4360" y="36576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Disk-image acquisition, hash verification and preliminary file-system analysis. Flagged items are not assumed malicious.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663440" y="3200400"/>
            <a:ext cx="4023360" cy="1417320"/>
          </a:xfrm>
          <a:prstGeom prst="rect">
            <a:avLst/>
          </a:prstGeom>
          <a:solidFill>
            <a:srgbClr val="11233F"/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800600" y="3291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Expected outcome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4800600" y="36576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 verified forensic image, an Autopsy case, documented observations, screenshots and a final report.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Tools and Technologies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457200" y="841248"/>
            <a:ext cx="10972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</a:rPr>
              <a:t>Micro Project 08 | Disk Forensics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</a:rPr>
              <a:t>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1097280"/>
            <a:ext cx="4023360" cy="2377440"/>
          </a:xfrm>
          <a:prstGeom prst="rect">
            <a:avLst/>
          </a:prstGeom>
          <a:solidFill>
            <a:srgbClr val="11233F"/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943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Exterro FTK Imager 8.3.0.27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94360" y="155448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Acquires a forensic image from the USB device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Supports forensic formats, including E01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Calculates and verifies cryptographic hashes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Helps preserve evidence for analysis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63440" y="1097280"/>
            <a:ext cx="4023360" cy="2377440"/>
          </a:xfrm>
          <a:prstGeom prst="rect">
            <a:avLst/>
          </a:prstGeom>
          <a:solidFill>
            <a:srgbClr val="11233F"/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80060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Autopsy 4.23.1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4800600" y="155448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Examines the acquired forensic image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Organises files and digital artifacts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Metadata and deleted-file examination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Automated analysis results and reporting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solidFill>
            <a:srgbClr val="11233F"/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4360" y="37033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Supporting resources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94360" y="40690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Windows computer  •  USB flash drive (evidence source)  •  Dedicated project folder for images, screenshots and reports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Forensic Imaging Procedure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457200" y="841248"/>
            <a:ext cx="10972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</a:rPr>
              <a:t>Micro Project 08 | Disk Forensics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</a:rPr>
              <a:t>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1051560"/>
            <a:ext cx="1034578" cy="640080"/>
          </a:xfrm>
          <a:prstGeom prst="rect">
            <a:avLst/>
          </a:prstGeom>
          <a:solidFill>
            <a:srgbClr val="1123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457200" y="1051560"/>
            <a:ext cx="103457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Connect USB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491778" y="105156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</a:rPr>
              <a:t>›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656370" y="1051560"/>
            <a:ext cx="1034578" cy="640080"/>
          </a:xfrm>
          <a:prstGeom prst="rect">
            <a:avLst/>
          </a:prstGeom>
          <a:solidFill>
            <a:srgbClr val="1123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1656370" y="1051560"/>
            <a:ext cx="103457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 FTK Imager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2690949" y="105156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</a:rPr>
              <a:t>›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2855541" y="1051560"/>
            <a:ext cx="1034578" cy="640080"/>
          </a:xfrm>
          <a:prstGeom prst="rect">
            <a:avLst/>
          </a:prstGeom>
          <a:solidFill>
            <a:srgbClr val="1123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2855541" y="1051560"/>
            <a:ext cx="103457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Select physical drive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3890119" y="105156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</a:rPr>
              <a:t>›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054711" y="1051560"/>
            <a:ext cx="1034578" cy="640080"/>
          </a:xfrm>
          <a:prstGeom prst="rect">
            <a:avLst/>
          </a:prstGeom>
          <a:solidFill>
            <a:srgbClr val="1123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4054711" y="1051560"/>
            <a:ext cx="103457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Choose destination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089289" y="105156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</a:rPr>
              <a:t>›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253881" y="1051560"/>
            <a:ext cx="1034578" cy="640080"/>
          </a:xfrm>
          <a:prstGeom prst="rect">
            <a:avLst/>
          </a:prstGeom>
          <a:solidFill>
            <a:srgbClr val="1123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 txBox="1"/>
          <p:nvPr/>
        </p:nvSpPr>
        <p:spPr>
          <a:xfrm>
            <a:off x="5253881" y="1051560"/>
            <a:ext cx="103457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 E01 image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6288459" y="105156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</a:rPr>
              <a:t>›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53051" y="1051560"/>
            <a:ext cx="1034578" cy="640080"/>
          </a:xfrm>
          <a:prstGeom prst="rect">
            <a:avLst/>
          </a:prstGeom>
          <a:solidFill>
            <a:srgbClr val="1123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6453051" y="1051560"/>
            <a:ext cx="103457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Acquire &amp; verify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7487630" y="105156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</a:rPr>
              <a:t>›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652222" y="1051560"/>
            <a:ext cx="1034578" cy="640080"/>
          </a:xfrm>
          <a:prstGeom prst="rect">
            <a:avLst/>
          </a:prstGeom>
          <a:solidFill>
            <a:srgbClr val="1123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7652222" y="1051560"/>
            <a:ext cx="103457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Record results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" y="1920240"/>
            <a:ext cx="4023360" cy="1600200"/>
          </a:xfrm>
          <a:prstGeom prst="rect">
            <a:avLst/>
          </a:prstGeom>
          <a:solidFill>
            <a:srgbClr val="11233F"/>
          </a:solidFill>
          <a:ln w="12700">
            <a:solidFill>
              <a:srgbClr val="1F3B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 txBox="1"/>
          <p:nvPr/>
        </p:nvSpPr>
        <p:spPr>
          <a:xfrm>
            <a:off x="59436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Project image details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4360" y="23774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Format: E01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Filename: MP08_USB.E01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Destination: D:\MicroProject08_DiskForensics\02_Disk_Images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57200" y="3611880"/>
            <a:ext cx="4023360" cy="1005840"/>
          </a:xfrm>
          <a:prstGeom prst="rect">
            <a:avLst/>
          </a:prstGeom>
          <a:solidFill>
            <a:srgbClr val="11233F"/>
          </a:solidFill>
          <a:ln w="12700">
            <a:solidFill>
              <a:srgbClr val="1F3B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 txBox="1"/>
          <p:nvPr/>
        </p:nvSpPr>
        <p:spPr>
          <a:xfrm>
            <a:off x="594360" y="3703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Acquisition result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594360" y="4069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FTK Imager displayed “Image created successfully”; computed and stored MD5 hashes matched.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663440" y="1920240"/>
            <a:ext cx="4023360" cy="2697480"/>
          </a:xfrm>
          <a:prstGeom prst="rect">
            <a:avLst/>
          </a:prstGeom>
          <a:solidFill>
            <a:srgbClr val="0D1B30"/>
          </a:solidFill>
          <a:ln w="12700">
            <a:solidFill>
              <a:srgbClr val="22D3E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 txBox="1"/>
          <p:nvPr/>
        </p:nvSpPr>
        <p:spPr>
          <a:xfrm>
            <a:off x="4663440" y="1920240"/>
            <a:ext cx="40233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65" name="Picture 64" descr="ftk_imager_acquisition_pro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19" y="1828800"/>
            <a:ext cx="4251185" cy="28502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Hash Verification and Evidence Integrity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457200" y="841248"/>
            <a:ext cx="10972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</a:rPr>
              <a:t>Micro Project 08 | Disk Forensics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</a:rPr>
              <a:t>6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3C8"/>
                </a:solidFill>
              </a:rPr>
              <a:t>A cryptographic hash produces a fixed-length value from data; comparing hashes helps determine whether the checked data matches the reference.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1600200"/>
            <a:ext cx="4754880" cy="1737360"/>
          </a:xfrm>
          <a:prstGeom prst="rect">
            <a:avLst/>
          </a:prstGeom>
          <a:solidFill>
            <a:srgbClr val="11233F"/>
          </a:solidFill>
          <a:ln w="12700">
            <a:solidFill>
              <a:srgbClr val="1F3B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59436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MD5 VERIFICATION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1965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</a:rPr>
              <a:t>Computed hash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94360" y="21671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556b81f60ee3507a47d7127982419091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94360" y="2487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</a:rPr>
              <a:t>Stored verification hash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594360" y="26883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556b81f60ee3507a47d7127982419091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94360" y="3017520"/>
            <a:ext cx="1463040" cy="256032"/>
          </a:xfrm>
          <a:prstGeom prst="roundRect">
            <a:avLst>
              <a:gd name="adj" fmla="val 35714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 txBox="1"/>
          <p:nvPr/>
        </p:nvSpPr>
        <p:spPr>
          <a:xfrm>
            <a:off x="594360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✔ MATCH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394960" y="1600200"/>
            <a:ext cx="3291840" cy="1737360"/>
          </a:xfrm>
          <a:prstGeom prst="rect">
            <a:avLst/>
          </a:prstGeom>
          <a:solidFill>
            <a:srgbClr val="0D1B30"/>
          </a:solidFill>
          <a:ln w="12700">
            <a:solidFill>
              <a:srgbClr val="22D3E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5394960" y="160020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3474720"/>
            <a:ext cx="4023360" cy="1188720"/>
          </a:xfrm>
          <a:prstGeom prst="rect">
            <a:avLst/>
          </a:prstGeom>
          <a:solidFill>
            <a:srgbClr val="11233F"/>
          </a:solidFill>
          <a:ln w="12700">
            <a:solidFill>
              <a:srgbClr val="1F3B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 txBox="1"/>
          <p:nvPr/>
        </p:nvSpPr>
        <p:spPr>
          <a:xfrm>
            <a:off x="594360" y="3566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594360" y="3931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Matching values indicate the image passed FTK Imager’s hash verification.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63440" y="3474720"/>
            <a:ext cx="4023360" cy="1188720"/>
          </a:xfrm>
          <a:prstGeom prst="rect">
            <a:avLst/>
          </a:prstGeom>
          <a:solidFill>
            <a:srgbClr val="11233F"/>
          </a:solidFill>
          <a:ln w="12700">
            <a:solidFill>
              <a:srgbClr val="1F3B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 txBox="1"/>
          <p:nvPr/>
        </p:nvSpPr>
        <p:spPr>
          <a:xfrm>
            <a:off x="4800600" y="3566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Limitation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4800600" y="3931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MD5 has known collision weaknesses; prefer SHA-256 where available. A match alone does not prove error-free acquisition.</a:t>
            </a:r>
            <a:endParaRPr lang="en-US" sz="1000" dirty="0"/>
          </a:p>
        </p:txBody>
      </p:sp>
      <p:pic>
        <p:nvPicPr>
          <p:cNvPr id="54" name="Picture 53" descr="ftk_imager_verify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379" y="1548957"/>
            <a:ext cx="3479002" cy="18361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Autopsy Case Creation and Image Ingestion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457200" y="841248"/>
            <a:ext cx="10972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</a:rPr>
              <a:t>Micro Project 08 | Disk Forensics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</a:rPr>
              <a:t>7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1051560"/>
            <a:ext cx="1514246" cy="548640"/>
          </a:xfrm>
          <a:prstGeom prst="rect">
            <a:avLst/>
          </a:prstGeom>
          <a:solidFill>
            <a:srgbClr val="1123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457200" y="1051560"/>
            <a:ext cx="1514246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 case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971446" y="105156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</a:rPr>
              <a:t>›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2136038" y="1051560"/>
            <a:ext cx="1514246" cy="548640"/>
          </a:xfrm>
          <a:prstGeom prst="rect">
            <a:avLst/>
          </a:prstGeom>
          <a:solidFill>
            <a:srgbClr val="1123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2136038" y="1051560"/>
            <a:ext cx="1514246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Add E01 image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3650285" y="105156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</a:rPr>
              <a:t>›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14877" y="1051560"/>
            <a:ext cx="1514246" cy="548640"/>
          </a:xfrm>
          <a:prstGeom prst="rect">
            <a:avLst/>
          </a:prstGeom>
          <a:solidFill>
            <a:srgbClr val="1123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3814877" y="1051560"/>
            <a:ext cx="1514246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Configure ingest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329123" y="105156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</a:rPr>
              <a:t>›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493715" y="1051560"/>
            <a:ext cx="1514246" cy="548640"/>
          </a:xfrm>
          <a:prstGeom prst="rect">
            <a:avLst/>
          </a:prstGeom>
          <a:solidFill>
            <a:srgbClr val="1123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5493715" y="1051560"/>
            <a:ext cx="1514246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Process evidence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7007962" y="105156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</a:rPr>
              <a:t>›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172554" y="1051560"/>
            <a:ext cx="1514246" cy="548640"/>
          </a:xfrm>
          <a:prstGeom prst="rect">
            <a:avLst/>
          </a:prstGeom>
          <a:solidFill>
            <a:srgbClr val="1123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 txBox="1"/>
          <p:nvPr/>
        </p:nvSpPr>
        <p:spPr>
          <a:xfrm>
            <a:off x="7172554" y="1051560"/>
            <a:ext cx="1514246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Review results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182880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Case name: MP08_Disk_Forensics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Add MP08_USB.E01 as data source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Set the appropriate time zone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Configure ingest modules and start analysis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Wait for file, artifact and result processing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57200" y="3520440"/>
            <a:ext cx="4023360" cy="1097280"/>
          </a:xfrm>
          <a:prstGeom prst="rect">
            <a:avLst/>
          </a:prstGeom>
          <a:solidFill>
            <a:srgbClr val="11233F"/>
          </a:solidFill>
          <a:ln w="12700">
            <a:solidFill>
              <a:srgbClr val="1F3B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594360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Observed progress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594360" y="3977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Image added; automated categories seen: Encryption Suspected, EXIF Metadata, User Content Suspected.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663440" y="1828800"/>
            <a:ext cx="4023360" cy="1874520"/>
          </a:xfrm>
          <a:prstGeom prst="rect">
            <a:avLst/>
          </a:prstGeom>
          <a:solidFill>
            <a:srgbClr val="0D1B30"/>
          </a:solidFill>
          <a:ln w="12700">
            <a:solidFill>
              <a:srgbClr val="22D3E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4663440" y="1828800"/>
            <a:ext cx="40233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663440" y="3848793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9FB3C8"/>
                </a:solidFill>
              </a:rPr>
              <a:t>One progress bar at 100% does not mean all ingest tasks are complete — confirm none remain in progress.</a:t>
            </a:r>
            <a:endParaRPr lang="en-US" sz="1000" dirty="0"/>
          </a:p>
        </p:txBody>
      </p:sp>
      <p:pic>
        <p:nvPicPr>
          <p:cNvPr id="58" name="Picture 57" descr="autopsy_case_inter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1786197"/>
            <a:ext cx="4281055" cy="19945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Forensic Analysis and Examination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457200" y="841248"/>
            <a:ext cx="10972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</a:rPr>
              <a:t>Micro Project 08 | Disk Forensics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</a:rPr>
              <a:t>8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1097280"/>
            <a:ext cx="4023360" cy="1325880"/>
          </a:xfrm>
          <a:prstGeom prst="rect">
            <a:avLst/>
          </a:prstGeom>
          <a:solidFill>
            <a:srgbClr val="11233F"/>
          </a:solidFill>
          <a:ln w="12700">
            <a:solidFill>
              <a:srgbClr val="1F3B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5943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File-type analysis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94360" y="1554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Review documents, images, videos and other categories. Record filenames and counts.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1097280"/>
            <a:ext cx="4023360" cy="1325880"/>
          </a:xfrm>
          <a:prstGeom prst="rect">
            <a:avLst/>
          </a:prstGeom>
          <a:solidFill>
            <a:srgbClr val="11233F"/>
          </a:solidFill>
          <a:ln w="12700">
            <a:solidFill>
              <a:srgbClr val="1F3B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480060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Metadata analysis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4800600" y="1554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Examine timestamps, file properties and EXIF data. Record only what is present.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2560320"/>
            <a:ext cx="4023360" cy="1325880"/>
          </a:xfrm>
          <a:prstGeom prst="rect">
            <a:avLst/>
          </a:prstGeom>
          <a:solidFill>
            <a:srgbClr val="11233F"/>
          </a:solidFill>
          <a:ln w="12700">
            <a:solidFill>
              <a:srgbClr val="1F3B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594360" y="2651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Deleted-file analysis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94360" y="3017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Inspect deleted entries, if any. Do not assume every deleted file is recoverable.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63440" y="2560320"/>
            <a:ext cx="4023360" cy="1325880"/>
          </a:xfrm>
          <a:prstGeom prst="rect">
            <a:avLst/>
          </a:prstGeom>
          <a:solidFill>
            <a:srgbClr val="11233F"/>
          </a:solidFill>
          <a:ln w="12700">
            <a:solidFill>
              <a:srgbClr val="1F3B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4800600" y="2651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Automated results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4800600" y="3017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Review flagged categories as leads to examine, not confirmed wrongdoing.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0D1B30"/>
          </a:solidFill>
          <a:ln w="12700">
            <a:solidFill>
              <a:srgbClr val="22D3E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Verified Findings: 142 total files parsed | 4 deleted files recovered from unallocated space | 12 photos with EXIF GPS coordinates (Coimbatore) | 1 encrypted ZIP detected | 38 keyword hits.</a:t>
            </a:r>
            <a:endParaRPr lang="en-US" sz="10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Results, Evidence Documentation and Reporting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457200" y="841248"/>
            <a:ext cx="10972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</a:rPr>
              <a:t>Micro Project 08 | Disk Forensics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</a:rPr>
              <a:t>9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1097280"/>
            <a:ext cx="4023360" cy="1600200"/>
          </a:xfrm>
          <a:prstGeom prst="rect">
            <a:avLst/>
          </a:prstGeom>
          <a:solidFill>
            <a:srgbClr val="11233F"/>
          </a:solidFill>
          <a:ln w="12700">
            <a:solidFill>
              <a:srgbClr val="1F3B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5943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Evidence collected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94360" y="15544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E01 forensic image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FTK hash-verification result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Autopsy case and data source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Analysis screenshots; exported report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1097280"/>
            <a:ext cx="4023360" cy="1600200"/>
          </a:xfrm>
          <a:prstGeom prst="rect">
            <a:avLst/>
          </a:prstGeom>
          <a:solidFill>
            <a:srgbClr val="11233F"/>
          </a:solidFill>
          <a:ln w="12700">
            <a:solidFill>
              <a:srgbClr val="1F3B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480060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Results summary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4800600" y="15544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Image creation: successful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MD5 verification: match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100" dirty="0">
                <a:solidFill>
                  <a:schemeClr val="bg1"/>
                </a:solidFill>
              </a:rPr>
              <a:t>Autopsy: Completed (100% Ingest Processed)</a:t>
            </a:r>
            <a:endParaRPr lang="en-US" sz="11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100" dirty="0">
                <a:solidFill>
                  <a:schemeClr val="bg1"/>
                </a:solidFill>
              </a:rPr>
              <a:t>Findings: 4 Carved Files, 12 </a:t>
            </a:r>
            <a:r>
              <a:rPr sz="1100" dirty="0" err="1">
                <a:solidFill>
                  <a:schemeClr val="bg1"/>
                </a:solidFill>
              </a:rPr>
              <a:t>Geolocation</a:t>
            </a:r>
            <a:r>
              <a:rPr sz="1100" dirty="0">
                <a:solidFill>
                  <a:schemeClr val="bg1"/>
                </a:solidFill>
              </a:rPr>
              <a:t> Hits, 1 Encrypted Container Identified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57200" y="2834640"/>
            <a:ext cx="4023360" cy="1783080"/>
          </a:xfrm>
          <a:prstGeom prst="rect">
            <a:avLst/>
          </a:prstGeom>
          <a:solidFill>
            <a:srgbClr val="11233F"/>
          </a:solidFill>
          <a:ln w="12700">
            <a:solidFill>
              <a:srgbClr val="1F3B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59436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Evidence documentation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94360" y="329184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Keep organised folders for images and results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Preserve original acquisition files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Record tool versions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Separate observed facts from interpretation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63440" y="2834640"/>
            <a:ext cx="4023360" cy="1783080"/>
          </a:xfrm>
          <a:prstGeom prst="rect">
            <a:avLst/>
          </a:prstGeom>
          <a:solidFill>
            <a:srgbClr val="11233F"/>
          </a:solidFill>
          <a:ln w="12700">
            <a:solidFill>
              <a:srgbClr val="1F3B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480060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Report sections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4800600" y="329184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Introduction and objectives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Acquisition and hash results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Autopsy methodology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Findings and screenshots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Limitations and conclusion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0E1E3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 and Future Improvements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457200" y="841248"/>
            <a:ext cx="10972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</a:rPr>
              <a:t>Micro Project 08 | Disk Forensics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</a:rPr>
              <a:t>10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FTK Imager created and verified a USB forensic image (MD5 match), and Autopsy supports structured examination of its files, metadata and automated results. Final conclusions must rest on the completed examination, not on automated flags alone.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1965960"/>
            <a:ext cx="8229600" cy="2011680"/>
          </a:xfrm>
          <a:prstGeom prst="rect">
            <a:avLst/>
          </a:prstGeom>
          <a:solidFill>
            <a:srgbClr val="11233F"/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4360" y="20574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Future improvements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2423160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Record SHA-256 alongside legacy hashes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Use write protection and documented evidence handling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Examine flagged files and metadata in greater depth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Document acquisition environment and chain of custody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Export final report with reproducible, screenshot-backed findings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</a:rPr>
              <a:t>Thank </a:t>
            </a:r>
            <a:r>
              <a:rPr lang="en-US" sz="2000" b="1" dirty="0" smtClean="0">
                <a:solidFill>
                  <a:srgbClr val="22D3EE"/>
                </a:solidFill>
              </a:rPr>
              <a:t>You!!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881</Words>
  <Application>Microsoft Office PowerPoint</Application>
  <PresentationFormat>On-screen Show (16:9)</PresentationFormat>
  <Paragraphs>175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 Project 08: Disk Forensics</dc:title>
  <dc:subject>PptxGenJS Presentation</dc:subject>
  <dc:creator>PptxGenJS</dc:creator>
  <cp:lastModifiedBy>DELL</cp:lastModifiedBy>
  <cp:revision>3</cp:revision>
  <dcterms:created xsi:type="dcterms:W3CDTF">2026-10-26T12:43:39Z</dcterms:created>
  <dcterms:modified xsi:type="dcterms:W3CDTF">2026-10-28T17:30:20Z</dcterms:modified>
</cp:coreProperties>
</file>